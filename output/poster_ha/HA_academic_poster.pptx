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8288000" cy="457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HA_academic_pos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457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138096" y="22671024"/>
                <a:ext cx="2011680" cy="3778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014E3AA-ED43-4096-A193-A1A0533394C9}" type="mathplaceholder">
                        <a:rPr lang="zh-CN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a:t>在此处键入公式。</a:t>
                      </a:fl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96" y="22671024"/>
                <a:ext cx="2011680" cy="377825"/>
              </a:xfrm>
              <a:prstGeom prst="rect">
                <a:avLst/>
              </a:prstGeom>
              <a:blipFill rotWithShape="1">
                <a:blip r:embed="rId2"/>
                <a:stretch>
                  <a:fillRect l="-28" t="-67" r="28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Cambria Math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LA</cp:lastModifiedBy>
  <cp:revision>2</cp:revision>
  <dcterms:created xsi:type="dcterms:W3CDTF">2013-01-27T09:14:00Z</dcterms:created>
  <dcterms:modified xsi:type="dcterms:W3CDTF">2026-06-22T07:55:28Z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8D46D74C4E514B3988C1D0E5D4B8E235_12</vt:lpwstr>
  </property>
</Properties>
</file>